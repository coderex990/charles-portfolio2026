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Agrandir Wide" panose="020B0604020202020204" charset="0"/>
      <p:regular r:id="rId7"/>
    </p:embeddedFont>
    <p:embeddedFont>
      <p:font typeface="Agrandir Wide Medium" panose="020B0604020202020204" charset="0"/>
      <p:regular r:id="rId8"/>
    </p:embeddedFont>
    <p:embeddedFont>
      <p:font typeface="Agrandir Wide Thin" panose="020B060402020202020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54907" y="3525700"/>
            <a:ext cx="7933093" cy="3279873"/>
          </a:xfrm>
          <a:custGeom>
            <a:avLst/>
            <a:gdLst/>
            <a:ahLst/>
            <a:cxnLst/>
            <a:rect l="l" t="t" r="r" b="b"/>
            <a:pathLst>
              <a:path w="7933093" h="3279873">
                <a:moveTo>
                  <a:pt x="0" y="0"/>
                </a:moveTo>
                <a:lnTo>
                  <a:pt x="7933093" y="0"/>
                </a:lnTo>
                <a:lnTo>
                  <a:pt x="7933093" y="3279873"/>
                </a:lnTo>
                <a:lnTo>
                  <a:pt x="0" y="32798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416" t="-97000" r="-19810" b="-8376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567251" y="4632153"/>
            <a:ext cx="5495493" cy="3523985"/>
            <a:chOff x="0" y="0"/>
            <a:chExt cx="7327323" cy="46986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327323" cy="4698646"/>
            </a:xfrm>
            <a:custGeom>
              <a:avLst/>
              <a:gdLst/>
              <a:ahLst/>
              <a:cxnLst/>
              <a:rect l="l" t="t" r="r" b="b"/>
              <a:pathLst>
                <a:path w="7327323" h="4698646">
                  <a:moveTo>
                    <a:pt x="0" y="0"/>
                  </a:moveTo>
                  <a:lnTo>
                    <a:pt x="7327323" y="0"/>
                  </a:lnTo>
                  <a:lnTo>
                    <a:pt x="7327323" y="4698646"/>
                  </a:lnTo>
                  <a:lnTo>
                    <a:pt x="0" y="46986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5592586" y="1478756"/>
              <a:ext cx="663479" cy="842513"/>
            </a:xfrm>
            <a:custGeom>
              <a:avLst/>
              <a:gdLst/>
              <a:ahLst/>
              <a:cxnLst/>
              <a:rect l="l" t="t" r="r" b="b"/>
              <a:pathLst>
                <a:path w="663479" h="842513">
                  <a:moveTo>
                    <a:pt x="0" y="0"/>
                  </a:moveTo>
                  <a:lnTo>
                    <a:pt x="663479" y="0"/>
                  </a:lnTo>
                  <a:lnTo>
                    <a:pt x="663479" y="842513"/>
                  </a:lnTo>
                  <a:lnTo>
                    <a:pt x="0" y="8425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 rot="-159222">
            <a:off x="8318176" y="1967658"/>
            <a:ext cx="5344880" cy="2719207"/>
          </a:xfrm>
          <a:custGeom>
            <a:avLst/>
            <a:gdLst/>
            <a:ahLst/>
            <a:cxnLst/>
            <a:rect l="l" t="t" r="r" b="b"/>
            <a:pathLst>
              <a:path w="5344880" h="2719207">
                <a:moveTo>
                  <a:pt x="0" y="0"/>
                </a:moveTo>
                <a:lnTo>
                  <a:pt x="5344880" y="0"/>
                </a:lnTo>
                <a:lnTo>
                  <a:pt x="5344880" y="2719208"/>
                </a:lnTo>
                <a:lnTo>
                  <a:pt x="0" y="27192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2424879"/>
            <a:ext cx="9326207" cy="6683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999"/>
              </a:lnSpc>
            </a:pPr>
            <a:r>
              <a:rPr lang="en-US" sz="9999">
                <a:solidFill>
                  <a:srgbClr val="125B50"/>
                </a:solidFill>
                <a:latin typeface="Agrandir Wide Medium"/>
              </a:rPr>
              <a:t>SOLAR POWERED</a:t>
            </a:r>
          </a:p>
          <a:p>
            <a:pPr>
              <a:lnSpc>
                <a:spcPts val="9999"/>
              </a:lnSpc>
            </a:pPr>
            <a:r>
              <a:rPr lang="en-US" sz="9999">
                <a:solidFill>
                  <a:srgbClr val="125B50"/>
                </a:solidFill>
                <a:latin typeface="Agrandir Wide Medium"/>
              </a:rPr>
              <a:t>SHADED</a:t>
            </a:r>
          </a:p>
          <a:p>
            <a:pPr>
              <a:lnSpc>
                <a:spcPts val="9999"/>
              </a:lnSpc>
            </a:pPr>
            <a:r>
              <a:rPr lang="en-US" sz="9999">
                <a:solidFill>
                  <a:srgbClr val="125B50"/>
                </a:solidFill>
                <a:latin typeface="Agrandir Wide Medium"/>
              </a:rPr>
              <a:t>BENCH</a:t>
            </a:r>
          </a:p>
          <a:p>
            <a:pPr>
              <a:lnSpc>
                <a:spcPts val="9999"/>
              </a:lnSpc>
            </a:pPr>
            <a:endParaRPr lang="en-US" sz="9999">
              <a:solidFill>
                <a:srgbClr val="125B50"/>
              </a:solidFill>
              <a:latin typeface="Agrandir Wide Medium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1245309"/>
            <a:ext cx="5158409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3000">
                <a:solidFill>
                  <a:srgbClr val="125B50"/>
                </a:solidFill>
                <a:latin typeface="Agrandir Wide Thin"/>
              </a:rPr>
              <a:t>GROUP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091936" y="9444182"/>
            <a:ext cx="3167364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125B50"/>
                </a:solidFill>
                <a:latin typeface="Agrandir Wide Thin"/>
              </a:rPr>
              <a:t>2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401365" y="940725"/>
            <a:ext cx="6358901" cy="1792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719"/>
              </a:lnSpc>
            </a:pPr>
            <a:r>
              <a:rPr lang="en-US" sz="4800">
                <a:solidFill>
                  <a:srgbClr val="125B50"/>
                </a:solidFill>
                <a:latin typeface="Agrandir Wide Medium"/>
              </a:rPr>
              <a:t>INTRODUCTION</a:t>
            </a:r>
          </a:p>
          <a:p>
            <a:pPr>
              <a:lnSpc>
                <a:spcPts val="6719"/>
              </a:lnSpc>
            </a:pPr>
            <a:endParaRPr lang="en-US" sz="4800">
              <a:solidFill>
                <a:srgbClr val="125B50"/>
              </a:solidFill>
              <a:latin typeface="Agrandir Wide Medium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766472" y="2361855"/>
            <a:ext cx="14933301" cy="6373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4478" lvl="1" indent="-392239" algn="just">
              <a:lnSpc>
                <a:spcPts val="7267"/>
              </a:lnSpc>
              <a:buFont typeface="Arial"/>
              <a:buChar char="•"/>
            </a:pPr>
            <a:r>
              <a:rPr lang="en-US" sz="3633">
                <a:solidFill>
                  <a:srgbClr val="125B50"/>
                </a:solidFill>
                <a:latin typeface="Agrandir Wide"/>
              </a:rPr>
              <a:t>In the hustle and bustle of academic life, students often find themselves seeking refuge between classes, a place to recharge not only their devices but also their energy levels.</a:t>
            </a:r>
          </a:p>
          <a:p>
            <a:pPr algn="just">
              <a:lnSpc>
                <a:spcPts val="7267"/>
              </a:lnSpc>
            </a:pPr>
            <a:endParaRPr lang="en-US" sz="3633">
              <a:solidFill>
                <a:srgbClr val="125B50"/>
              </a:solidFill>
              <a:latin typeface="Agrandir Wide"/>
            </a:endParaRPr>
          </a:p>
          <a:p>
            <a:pPr algn="just">
              <a:lnSpc>
                <a:spcPts val="7267"/>
              </a:lnSpc>
            </a:pPr>
            <a:endParaRPr lang="en-US" sz="3633">
              <a:solidFill>
                <a:srgbClr val="125B50"/>
              </a:solidFill>
              <a:latin typeface="Agrandir Wide"/>
            </a:endParaRPr>
          </a:p>
          <a:p>
            <a:pPr algn="just">
              <a:lnSpc>
                <a:spcPts val="7267"/>
              </a:lnSpc>
            </a:pPr>
            <a:endParaRPr lang="en-US" sz="3633">
              <a:solidFill>
                <a:srgbClr val="125B50"/>
              </a:solidFill>
              <a:latin typeface="Agrandir Wide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0" y="1522703"/>
            <a:ext cx="2273981" cy="7241595"/>
          </a:xfrm>
          <a:custGeom>
            <a:avLst/>
            <a:gdLst/>
            <a:ahLst/>
            <a:cxnLst/>
            <a:rect l="l" t="t" r="r" b="b"/>
            <a:pathLst>
              <a:path w="2273981" h="7241595">
                <a:moveTo>
                  <a:pt x="0" y="0"/>
                </a:moveTo>
                <a:lnTo>
                  <a:pt x="2273981" y="0"/>
                </a:lnTo>
                <a:lnTo>
                  <a:pt x="2273981" y="7241594"/>
                </a:lnTo>
                <a:lnTo>
                  <a:pt x="0" y="72415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4961" t="-11173" r="-63500" b="-5664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766472" y="1963691"/>
            <a:ext cx="12755056" cy="47625"/>
          </a:xfrm>
          <a:custGeom>
            <a:avLst/>
            <a:gdLst/>
            <a:ahLst/>
            <a:cxnLst/>
            <a:rect l="l" t="t" r="r" b="b"/>
            <a:pathLst>
              <a:path w="12755056" h="47625">
                <a:moveTo>
                  <a:pt x="0" y="0"/>
                </a:moveTo>
                <a:lnTo>
                  <a:pt x="12755056" y="0"/>
                </a:lnTo>
                <a:lnTo>
                  <a:pt x="12755056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7195" t="-13074200" b="-13090898"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091936" y="9444182"/>
            <a:ext cx="3167364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125B50"/>
                </a:solidFill>
                <a:latin typeface="Agrandir Wide Thin"/>
              </a:rPr>
              <a:t>2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708463" y="940725"/>
            <a:ext cx="14550837" cy="944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719"/>
              </a:lnSpc>
            </a:pPr>
            <a:r>
              <a:rPr lang="en-US" sz="4800">
                <a:solidFill>
                  <a:srgbClr val="125B50"/>
                </a:solidFill>
                <a:latin typeface="Agrandir Wide"/>
              </a:rPr>
              <a:t>ABOUT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014525" y="2534337"/>
            <a:ext cx="14244775" cy="7817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7400" lvl="1" indent="-303700" algn="just">
              <a:lnSpc>
                <a:spcPts val="5626"/>
              </a:lnSpc>
              <a:buFont typeface="Arial"/>
              <a:buChar char="•"/>
            </a:pPr>
            <a:r>
              <a:rPr lang="en-US" sz="2813" dirty="0">
                <a:solidFill>
                  <a:srgbClr val="125B50"/>
                </a:solidFill>
                <a:latin typeface="Agrandir Wide"/>
              </a:rPr>
              <a:t>The solar-powered bench charging station is a sustainable and functional innovation. </a:t>
            </a:r>
          </a:p>
          <a:p>
            <a:pPr marL="303700" lvl="1" algn="just">
              <a:lnSpc>
                <a:spcPts val="5626"/>
              </a:lnSpc>
            </a:pPr>
            <a:endParaRPr lang="en-US" sz="2813" dirty="0">
              <a:solidFill>
                <a:srgbClr val="125B50"/>
              </a:solidFill>
              <a:latin typeface="Agrandir Wide"/>
            </a:endParaRPr>
          </a:p>
          <a:p>
            <a:pPr marL="607400" lvl="1" indent="-303700" algn="just">
              <a:lnSpc>
                <a:spcPts val="5626"/>
              </a:lnSpc>
              <a:buFont typeface="Arial"/>
              <a:buChar char="•"/>
            </a:pPr>
            <a:r>
              <a:rPr lang="en-US" sz="2813" dirty="0">
                <a:solidFill>
                  <a:srgbClr val="125B50"/>
                </a:solidFill>
                <a:latin typeface="Agrandir Wide"/>
              </a:rPr>
              <a:t>It integrates solar panels for the purpose of roof or shade and also to harness renewable energy to power built-in charging station providing a convenient solution for students to charge and relax.</a:t>
            </a:r>
          </a:p>
          <a:p>
            <a:pPr marL="607400" lvl="1" indent="-303700" algn="just">
              <a:lnSpc>
                <a:spcPts val="5626"/>
              </a:lnSpc>
              <a:buFont typeface="Arial"/>
              <a:buChar char="•"/>
            </a:pPr>
            <a:endParaRPr lang="en-US" sz="2813" dirty="0">
              <a:solidFill>
                <a:srgbClr val="125B50"/>
              </a:solidFill>
              <a:latin typeface="Agrandir Wide"/>
            </a:endParaRPr>
          </a:p>
          <a:p>
            <a:pPr marL="607400" lvl="1" indent="-303700" algn="just">
              <a:lnSpc>
                <a:spcPts val="5626"/>
              </a:lnSpc>
              <a:buFont typeface="Arial"/>
              <a:buChar char="•"/>
            </a:pPr>
            <a:endParaRPr lang="en-US" sz="2813" dirty="0">
              <a:solidFill>
                <a:srgbClr val="125B50"/>
              </a:solidFill>
              <a:latin typeface="Agrandir Wide"/>
            </a:endParaRPr>
          </a:p>
          <a:p>
            <a:pPr marL="607400" lvl="1" indent="-303700" algn="just">
              <a:lnSpc>
                <a:spcPts val="5626"/>
              </a:lnSpc>
              <a:buFont typeface="Arial"/>
              <a:buChar char="•"/>
            </a:pPr>
            <a:endParaRPr lang="en-US" sz="2813" dirty="0">
              <a:solidFill>
                <a:srgbClr val="125B50"/>
              </a:solidFill>
              <a:latin typeface="Agrandir Wide"/>
            </a:endParaRPr>
          </a:p>
          <a:p>
            <a:pPr marL="607400" lvl="1" indent="-303700" algn="just">
              <a:lnSpc>
                <a:spcPts val="5626"/>
              </a:lnSpc>
              <a:buFont typeface="Arial"/>
              <a:buChar char="•"/>
            </a:pPr>
            <a:endParaRPr lang="en-US" sz="2813" dirty="0">
              <a:solidFill>
                <a:srgbClr val="125B50"/>
              </a:solidFill>
              <a:latin typeface="Agrandir Wide"/>
            </a:endParaRPr>
          </a:p>
          <a:p>
            <a:pPr marL="607400" lvl="1" indent="-303700" algn="just">
              <a:lnSpc>
                <a:spcPts val="5626"/>
              </a:lnSpc>
              <a:buFont typeface="Arial"/>
              <a:buChar char="•"/>
            </a:pPr>
            <a:endParaRPr lang="en-US" sz="2813" dirty="0">
              <a:solidFill>
                <a:srgbClr val="125B50"/>
              </a:solidFill>
              <a:latin typeface="Agrandir Wide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0" y="1522703"/>
            <a:ext cx="2273981" cy="7241595"/>
          </a:xfrm>
          <a:custGeom>
            <a:avLst/>
            <a:gdLst/>
            <a:ahLst/>
            <a:cxnLst/>
            <a:rect l="l" t="t" r="r" b="b"/>
            <a:pathLst>
              <a:path w="2273981" h="7241595">
                <a:moveTo>
                  <a:pt x="0" y="0"/>
                </a:moveTo>
                <a:lnTo>
                  <a:pt x="2273981" y="0"/>
                </a:lnTo>
                <a:lnTo>
                  <a:pt x="2273981" y="7241594"/>
                </a:lnTo>
                <a:lnTo>
                  <a:pt x="0" y="72415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4961" t="-11173" r="-63500" b="-5664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766472" y="1963691"/>
            <a:ext cx="12755056" cy="47625"/>
          </a:xfrm>
          <a:custGeom>
            <a:avLst/>
            <a:gdLst/>
            <a:ahLst/>
            <a:cxnLst/>
            <a:rect l="l" t="t" r="r" b="b"/>
            <a:pathLst>
              <a:path w="12755056" h="47625">
                <a:moveTo>
                  <a:pt x="0" y="0"/>
                </a:moveTo>
                <a:lnTo>
                  <a:pt x="12755056" y="0"/>
                </a:lnTo>
                <a:lnTo>
                  <a:pt x="12755056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7195" t="-13074200" b="-13090898"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437424" y="4867275"/>
            <a:ext cx="11821876" cy="0"/>
          </a:xfrm>
          <a:prstGeom prst="line">
            <a:avLst/>
          </a:prstGeom>
          <a:ln w="9525" cap="flat">
            <a:solidFill>
              <a:srgbClr val="125B5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rot="5400000">
            <a:off x="7277197" y="4837811"/>
            <a:ext cx="7627747" cy="0"/>
          </a:xfrm>
          <a:prstGeom prst="line">
            <a:avLst/>
          </a:prstGeom>
          <a:ln w="9525" cap="flat">
            <a:solidFill>
              <a:srgbClr val="125B5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0" y="0"/>
            <a:ext cx="4408724" cy="691916"/>
          </a:xfrm>
          <a:custGeom>
            <a:avLst/>
            <a:gdLst/>
            <a:ahLst/>
            <a:cxnLst/>
            <a:rect l="l" t="t" r="r" b="b"/>
            <a:pathLst>
              <a:path w="4408724" h="691916">
                <a:moveTo>
                  <a:pt x="0" y="0"/>
                </a:moveTo>
                <a:lnTo>
                  <a:pt x="4408724" y="0"/>
                </a:lnTo>
                <a:lnTo>
                  <a:pt x="4408724" y="691916"/>
                </a:lnTo>
                <a:lnTo>
                  <a:pt x="0" y="6919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1782" t="-131819" r="-109423" b="-1089307"/>
            </a:stretch>
          </a:blipFill>
        </p:spPr>
      </p:sp>
      <p:sp>
        <p:nvSpPr>
          <p:cNvPr id="5" name="Freeform 5"/>
          <p:cNvSpPr/>
          <p:nvPr/>
        </p:nvSpPr>
        <p:spPr>
          <a:xfrm flipV="1">
            <a:off x="0" y="9568007"/>
            <a:ext cx="4408724" cy="718993"/>
          </a:xfrm>
          <a:custGeom>
            <a:avLst/>
            <a:gdLst/>
            <a:ahLst/>
            <a:cxnLst/>
            <a:rect l="l" t="t" r="r" b="b"/>
            <a:pathLst>
              <a:path w="4408724" h="718993">
                <a:moveTo>
                  <a:pt x="0" y="718993"/>
                </a:moveTo>
                <a:lnTo>
                  <a:pt x="4408724" y="718993"/>
                </a:lnTo>
                <a:lnTo>
                  <a:pt x="4408724" y="0"/>
                </a:lnTo>
                <a:lnTo>
                  <a:pt x="0" y="0"/>
                </a:lnTo>
                <a:lnTo>
                  <a:pt x="0" y="718993"/>
                </a:lnTo>
                <a:close/>
              </a:path>
            </a:pathLst>
          </a:custGeom>
          <a:blipFill>
            <a:blip r:embed="rId2"/>
            <a:stretch>
              <a:fillRect l="-101782" t="-123089" r="-109423" b="-1048285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074493" y="2125166"/>
            <a:ext cx="1908021" cy="2422883"/>
          </a:xfrm>
          <a:custGeom>
            <a:avLst/>
            <a:gdLst/>
            <a:ahLst/>
            <a:cxnLst/>
            <a:rect l="l" t="t" r="r" b="b"/>
            <a:pathLst>
              <a:path w="1908021" h="2422883">
                <a:moveTo>
                  <a:pt x="0" y="0"/>
                </a:moveTo>
                <a:lnTo>
                  <a:pt x="1908021" y="0"/>
                </a:lnTo>
                <a:lnTo>
                  <a:pt x="1908021" y="2422883"/>
                </a:lnTo>
                <a:lnTo>
                  <a:pt x="0" y="24228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328773" y="6628937"/>
            <a:ext cx="2251884" cy="2461075"/>
          </a:xfrm>
          <a:custGeom>
            <a:avLst/>
            <a:gdLst/>
            <a:ahLst/>
            <a:cxnLst/>
            <a:rect l="l" t="t" r="r" b="b"/>
            <a:pathLst>
              <a:path w="2251884" h="2461075">
                <a:moveTo>
                  <a:pt x="0" y="0"/>
                </a:moveTo>
                <a:lnTo>
                  <a:pt x="2251884" y="0"/>
                </a:lnTo>
                <a:lnTo>
                  <a:pt x="2251884" y="2461075"/>
                </a:lnTo>
                <a:lnTo>
                  <a:pt x="0" y="2461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728721" y="6695612"/>
            <a:ext cx="2415279" cy="2327725"/>
          </a:xfrm>
          <a:custGeom>
            <a:avLst/>
            <a:gdLst/>
            <a:ahLst/>
            <a:cxnLst/>
            <a:rect l="l" t="t" r="r" b="b"/>
            <a:pathLst>
              <a:path w="2415279" h="2327725">
                <a:moveTo>
                  <a:pt x="0" y="0"/>
                </a:moveTo>
                <a:lnTo>
                  <a:pt x="2415279" y="0"/>
                </a:lnTo>
                <a:lnTo>
                  <a:pt x="2415279" y="2327725"/>
                </a:lnTo>
                <a:lnTo>
                  <a:pt x="0" y="23277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3085894" y="2365154"/>
            <a:ext cx="2323624" cy="2362007"/>
          </a:xfrm>
          <a:custGeom>
            <a:avLst/>
            <a:gdLst/>
            <a:ahLst/>
            <a:cxnLst/>
            <a:rect l="l" t="t" r="r" b="b"/>
            <a:pathLst>
              <a:path w="2323624" h="2362007">
                <a:moveTo>
                  <a:pt x="0" y="0"/>
                </a:moveTo>
                <a:lnTo>
                  <a:pt x="2323624" y="0"/>
                </a:lnTo>
                <a:lnTo>
                  <a:pt x="2323624" y="2362007"/>
                </a:lnTo>
                <a:lnTo>
                  <a:pt x="0" y="23620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437424" y="904875"/>
            <a:ext cx="5303895" cy="901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125B50"/>
                </a:solidFill>
                <a:latin typeface="Agrandir Wide Medium"/>
              </a:rPr>
              <a:t> Solar Panels Converts Sunlight to Energy.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650130" y="904875"/>
            <a:ext cx="5195153" cy="132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>
                <a:solidFill>
                  <a:srgbClr val="125B50"/>
                </a:solidFill>
                <a:latin typeface="Agrandir Wide Medium"/>
              </a:rPr>
              <a:t>2. Solar Inverter Converts Solar Energy to a usable energy source.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37424" y="5308772"/>
            <a:ext cx="5303895" cy="901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>
                <a:solidFill>
                  <a:srgbClr val="125B50"/>
                </a:solidFill>
                <a:latin typeface="Agrandir Wide Medium"/>
              </a:rPr>
              <a:t>3. Inverter transfers energy into a solar power bank.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5072" y="3830176"/>
            <a:ext cx="4745628" cy="2304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579"/>
              </a:lnSpc>
            </a:pPr>
            <a:r>
              <a:rPr lang="en-US" sz="6128">
                <a:solidFill>
                  <a:srgbClr val="125B50"/>
                </a:solidFill>
                <a:latin typeface="Agrandir Wide"/>
              </a:rPr>
              <a:t>HOW IT WORKS?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091936" y="9444182"/>
            <a:ext cx="3167364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125B50"/>
                </a:solidFill>
                <a:latin typeface="Agrandir Wide Thin"/>
              </a:rPr>
              <a:t>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650130" y="5308772"/>
            <a:ext cx="5609170" cy="132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>
                <a:solidFill>
                  <a:srgbClr val="125B50"/>
                </a:solidFill>
                <a:latin typeface="Agrandir Wide Medium"/>
              </a:rPr>
              <a:t>4. The Charging stations uses renewable energy from the powerbank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999037" y="1606530"/>
            <a:ext cx="7288963" cy="7241595"/>
          </a:xfrm>
          <a:custGeom>
            <a:avLst/>
            <a:gdLst/>
            <a:ahLst/>
            <a:cxnLst/>
            <a:rect l="l" t="t" r="r" b="b"/>
            <a:pathLst>
              <a:path w="7288963" h="7241595">
                <a:moveTo>
                  <a:pt x="0" y="0"/>
                </a:moveTo>
                <a:lnTo>
                  <a:pt x="7288963" y="0"/>
                </a:lnTo>
                <a:lnTo>
                  <a:pt x="7288963" y="7241595"/>
                </a:lnTo>
                <a:lnTo>
                  <a:pt x="0" y="72415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416" t="-11173" r="-19810" b="-566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3847113"/>
            <a:ext cx="7145690" cy="230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000"/>
              </a:lnSpc>
            </a:pPr>
            <a:r>
              <a:rPr lang="en-US" sz="8000">
                <a:solidFill>
                  <a:srgbClr val="125B50"/>
                </a:solidFill>
                <a:latin typeface="Agrandir Wide Medium"/>
              </a:rPr>
              <a:t>FOR</a:t>
            </a:r>
          </a:p>
          <a:p>
            <a:pPr>
              <a:lnSpc>
                <a:spcPts val="8000"/>
              </a:lnSpc>
            </a:pPr>
            <a:r>
              <a:rPr lang="en-US" sz="8000">
                <a:solidFill>
                  <a:srgbClr val="125B50"/>
                </a:solidFill>
                <a:latin typeface="Agrandir Wide Medium"/>
              </a:rPr>
              <a:t>LISTENING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031138"/>
            <a:ext cx="5158409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3000">
                <a:solidFill>
                  <a:srgbClr val="125B50"/>
                </a:solidFill>
                <a:latin typeface="Agrandir Wide Thin"/>
              </a:rPr>
              <a:t>THANK YOU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6173186"/>
            <a:ext cx="5913783" cy="3461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 dirty="0">
                <a:solidFill>
                  <a:srgbClr val="125B50"/>
                </a:solidFill>
                <a:latin typeface="Agrandir Wide Thin"/>
              </a:rPr>
              <a:t>Presented by:</a:t>
            </a:r>
          </a:p>
          <a:p>
            <a:pPr>
              <a:lnSpc>
                <a:spcPts val="3359"/>
              </a:lnSpc>
            </a:pPr>
            <a:r>
              <a:rPr lang="en-US" sz="2400" dirty="0">
                <a:solidFill>
                  <a:srgbClr val="125B50"/>
                </a:solidFill>
                <a:latin typeface="Agrandir Wide Thin"/>
              </a:rPr>
              <a:t>Charles Eduard D.C </a:t>
            </a:r>
            <a:r>
              <a:rPr lang="en-US" sz="2400" dirty="0" err="1">
                <a:solidFill>
                  <a:srgbClr val="125B50"/>
                </a:solidFill>
                <a:latin typeface="Agrandir Wide Thin"/>
              </a:rPr>
              <a:t>Español</a:t>
            </a:r>
            <a:endParaRPr lang="en-US" sz="2400" dirty="0">
              <a:solidFill>
                <a:srgbClr val="125B50"/>
              </a:solidFill>
              <a:latin typeface="Agrandir Wide Thin"/>
            </a:endParaRPr>
          </a:p>
          <a:p>
            <a:pPr>
              <a:lnSpc>
                <a:spcPts val="3359"/>
              </a:lnSpc>
            </a:pPr>
            <a:r>
              <a:rPr lang="en-US" sz="2400" dirty="0">
                <a:solidFill>
                  <a:srgbClr val="125B50"/>
                </a:solidFill>
                <a:latin typeface="Agrandir Wide Thin"/>
              </a:rPr>
              <a:t>John Christian S. Lorenzo</a:t>
            </a:r>
          </a:p>
          <a:p>
            <a:pPr>
              <a:lnSpc>
                <a:spcPts val="3359"/>
              </a:lnSpc>
            </a:pPr>
            <a:r>
              <a:rPr lang="en-US" sz="2400" dirty="0">
                <a:solidFill>
                  <a:srgbClr val="125B50"/>
                </a:solidFill>
                <a:latin typeface="Agrandir Wide Thin"/>
              </a:rPr>
              <a:t>Jose Emmanuel C. Carreon</a:t>
            </a:r>
          </a:p>
          <a:p>
            <a:pPr>
              <a:lnSpc>
                <a:spcPts val="3359"/>
              </a:lnSpc>
            </a:pPr>
            <a:r>
              <a:rPr lang="en-US" sz="2400" dirty="0">
                <a:solidFill>
                  <a:srgbClr val="125B50"/>
                </a:solidFill>
                <a:latin typeface="Agrandir Wide Thin"/>
              </a:rPr>
              <a:t>James Joshua N. </a:t>
            </a:r>
            <a:r>
              <a:rPr lang="en-US" sz="2400" dirty="0" err="1">
                <a:solidFill>
                  <a:srgbClr val="125B50"/>
                </a:solidFill>
                <a:latin typeface="Agrandir Wide Thin"/>
              </a:rPr>
              <a:t>Calimon</a:t>
            </a:r>
            <a:endParaRPr lang="en-US" sz="2400" dirty="0">
              <a:solidFill>
                <a:srgbClr val="125B50"/>
              </a:solidFill>
              <a:latin typeface="Agrandir Wide Thin"/>
            </a:endParaRPr>
          </a:p>
          <a:p>
            <a:pPr>
              <a:lnSpc>
                <a:spcPts val="3359"/>
              </a:lnSpc>
            </a:pPr>
            <a:r>
              <a:rPr lang="en-US" sz="2400" dirty="0">
                <a:solidFill>
                  <a:srgbClr val="125B50"/>
                </a:solidFill>
                <a:latin typeface="Agrandir Wide Thin"/>
              </a:rPr>
              <a:t>Kim Howard P. </a:t>
            </a:r>
            <a:r>
              <a:rPr lang="en-US" sz="2400" dirty="0" err="1">
                <a:solidFill>
                  <a:srgbClr val="125B50"/>
                </a:solidFill>
                <a:latin typeface="Agrandir Wide Thin"/>
              </a:rPr>
              <a:t>Bontile</a:t>
            </a:r>
            <a:endParaRPr lang="en-US" sz="2400" dirty="0">
              <a:solidFill>
                <a:srgbClr val="125B50"/>
              </a:solidFill>
              <a:latin typeface="Agrandir Wide Thin"/>
            </a:endParaRPr>
          </a:p>
          <a:p>
            <a:pPr>
              <a:lnSpc>
                <a:spcPts val="3359"/>
              </a:lnSpc>
            </a:pPr>
            <a:r>
              <a:rPr lang="en-US" sz="2400" dirty="0">
                <a:solidFill>
                  <a:srgbClr val="125B50"/>
                </a:solidFill>
                <a:latin typeface="Agrandir Wide Thin"/>
              </a:rPr>
              <a:t>Darren Justine M. Fontanilla</a:t>
            </a:r>
          </a:p>
          <a:p>
            <a:pPr>
              <a:lnSpc>
                <a:spcPts val="3359"/>
              </a:lnSpc>
            </a:pPr>
            <a:endParaRPr lang="en-US" sz="2400" dirty="0">
              <a:solidFill>
                <a:srgbClr val="125B50"/>
              </a:solidFill>
              <a:latin typeface="Agrandir Wide Thi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173</Words>
  <Application>Microsoft Office PowerPoint</Application>
  <PresentationFormat>Custom</PresentationFormat>
  <Paragraphs>32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Agrandir Wide</vt:lpstr>
      <vt:lpstr>Calibri</vt:lpstr>
      <vt:lpstr>Agrandir Wide Medium</vt:lpstr>
      <vt:lpstr>Agrandir Wide Thin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Gradient Monotone Minimalist Presentation Template</dc:title>
  <dc:creator>Rekkusu</dc:creator>
  <cp:lastModifiedBy>Rekkusu</cp:lastModifiedBy>
  <cp:revision>4</cp:revision>
  <dcterms:created xsi:type="dcterms:W3CDTF">2006-08-16T00:00:00Z</dcterms:created>
  <dcterms:modified xsi:type="dcterms:W3CDTF">2024-01-29T13:49:11Z</dcterms:modified>
  <dc:identifier>DAF7RPLd_6s</dc:identifier>
</cp:coreProperties>
</file>